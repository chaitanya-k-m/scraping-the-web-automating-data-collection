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7133-41A5-277A-ABAC-B55E5EA4F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F7CA5-B408-87F0-7352-4D08C2E50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E111-274F-E1F9-5335-5C6167E15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8314-06F5-986B-9930-BAEE8AA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0039-921D-041F-F915-022070E6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7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59F8-4E22-72FE-C4A9-6A02A6C8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FFA7-40A1-B676-1413-9BCD35645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A6BDA-1DDC-098B-F3EA-CD6D5F68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0B55F-C541-79C2-4AD9-F543EB58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FEB34-D124-9646-802A-2CB8CD29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4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9313-0824-3CA6-6782-849164A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3BEB-B90D-8D0D-2802-A7EB304E5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FDE40-DF19-5E98-17BF-0AE49875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A685-C67C-5CE1-D5E5-3FEB7699D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2BC74-7DB0-49E4-BFA5-4CB9DE25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5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560B-1A99-0D1B-5323-39ACBACD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09AD-FBF9-74C7-F85F-EEA991B3C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35A06-8405-9F82-0F53-D022648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E0FFE-3711-371B-61C9-84A631BB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D5810-32F9-A5C4-3C6A-1D1301FA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3999B-2E86-DE42-1E8D-4F5EDF71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14BE-1A12-A457-8F1F-600435A6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5E7ED-4664-E904-A2F3-5ED2CB6A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9C4E5-69F1-2D4F-D850-5A5736269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947B8-C024-2681-3D1A-0DF69D92F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D9312-4BBA-7F86-FA82-B4EC43471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699FA-E80E-1A89-5350-82488D20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F91A3-A52E-7319-45BD-8F662259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EEC42-D508-5AFB-40B9-0416590F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6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EF50-2140-7B2F-80F0-48D0E23C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FCD14-F38F-94C9-C132-00B5A8E2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886F5-AAF3-F5EF-F589-BB38A708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32FAD-6B96-E5A6-2691-C93473D5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6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C4DD6-1196-1872-0212-0B56AAB14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AF1DE-7781-CCE7-2D98-A42E4EAF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E695-D32C-5F18-C47B-AD62CF93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633B-051D-2C67-967B-053A2E2C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D7F9-12BC-B6CC-34CB-62F5D4FE0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AE6C9-4FF5-8FEC-6022-184F5A710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351A2-9712-105B-6572-9A2AF794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7776E-9A04-878C-0ACD-55D54780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95335-9E22-9E2C-39F7-2596CD24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0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1596-DADA-0C37-31CB-E6ABB788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9FEF3-E5C7-6555-B47B-A71C02D47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28B7B-659E-9F6B-537A-12CDD9956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44832-642A-8C69-F26D-68E79FC4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66F75-061F-3A64-1238-640A7D09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BA60C-7356-7826-B658-1469F449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2EC7-29D0-99AD-3D34-22882DE60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44C74-8821-B193-6B39-8368023F6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558C-D19B-18F3-85C5-6651C1F8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87C3-B275-B23F-BD6F-647C2501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57D7E-3525-5910-333F-45E5B4FA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8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DC483-096C-1176-CD36-147A26300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FF8D1-F623-0A7F-53E7-9A59D3164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AA904-E607-C6E5-B20D-2138B429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5E92A-05C0-CC2B-F8B2-D2DB024A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FF49D-143A-C462-A3F9-6F819EAA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2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BFD6D-63EE-0C73-DEC6-44C2DC9E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A74C2-F6C6-32E6-F5FF-4E1724F1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DCDD5-5518-B506-792F-3D7D94703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E2D93-86B4-49E2-B2B1-29A3C88A219A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2463C-9F32-799C-28F6-20DAB59C8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D7601-68D1-5A78-18EF-AC50EB7BD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4AF83-3D3B-4E5A-8D4A-414146DB4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2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pider with a colorful background&#10;&#10;Description automatically generated with medium confidence">
            <a:extLst>
              <a:ext uri="{FF2B5EF4-FFF2-40B4-BE49-F238E27FC236}">
                <a16:creationId xmlns:a16="http://schemas.microsoft.com/office/drawing/2014/main" id="{D8F08D53-972B-CEBA-205C-54A25CF42C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E5E7E7-B03A-60A7-67E0-B8D1ADCAD1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2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B3677-123A-FE23-82E7-EB94BEE13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7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AFE32E-8FE0-BEDB-9199-8F5B90D158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1" r="1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7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0C53D26-CC1C-F754-E190-49DB80E858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1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990B0-5A1D-738D-7FA2-C496C039D1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1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DB9AC-2C48-F50F-D533-33072EF02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3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103AB9AB-A111-61CB-B55E-C201671A8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3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Krishna</dc:creator>
  <cp:lastModifiedBy>Chaitanya Krishna</cp:lastModifiedBy>
  <cp:revision>2</cp:revision>
  <dcterms:created xsi:type="dcterms:W3CDTF">2023-11-14T02:28:21Z</dcterms:created>
  <dcterms:modified xsi:type="dcterms:W3CDTF">2023-11-14T04:11:02Z</dcterms:modified>
</cp:coreProperties>
</file>